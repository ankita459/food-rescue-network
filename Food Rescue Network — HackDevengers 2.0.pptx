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  <p:embeddedFont>
      <p:font typeface="JetBrains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11" Type="http://schemas.openxmlformats.org/officeDocument/2006/relationships/slide" Target="slides/slide6.xml"/><Relationship Id="rId22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64273"/>
            <a:ext cx="609600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2155477"/>
            <a:ext cx="2187029" cy="257175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603152"/>
            <a:ext cx="11251406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Food Rescue Network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368873"/>
            <a:ext cx="952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Zero-Latency Surplus Food Coordination &amp; Emergency Rescue Radar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864173"/>
            <a:ext cx="628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Connecting commercial food providers, rapid volunteer couriers, and community shelters in real-time with AI &amp; Maps Grounding.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10929" y="2207865"/>
            <a:ext cx="1750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Open Innovation Track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09600" y="2913161"/>
            <a:ext cx="3454449" cy="2100262"/>
          </a:xfrm>
          <a:prstGeom prst="roundRect">
            <a:avLst>
              <a:gd fmla="val 72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368849" y="2913161"/>
            <a:ext cx="3454449" cy="2100262"/>
          </a:xfrm>
          <a:prstGeom prst="roundRect">
            <a:avLst>
              <a:gd fmla="val 72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128099" y="2913161"/>
            <a:ext cx="3454449" cy="2100262"/>
          </a:xfrm>
          <a:prstGeom prst="roundRect">
            <a:avLst>
              <a:gd fmla="val 72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2748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74" y="322748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2424" y="322748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332273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8424" y="332273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3861" y="3322736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1844575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 Context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21589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Awareness Isn't The Bottleneck — Logistics Is.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23925" y="3760886"/>
            <a:ext cx="37088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Massive Surplus Waste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3925" y="4056161"/>
            <a:ext cx="29210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Hot, edible meals discarded daily by hotels, hostels, and events while nearby shelters starve.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83174" y="3760886"/>
            <a:ext cx="37088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Perishable Decay Timer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683174" y="4056161"/>
            <a:ext cx="29210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temperature safety windows (&lt;30 mins) require instant volunteer coordination.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442424" y="3760886"/>
            <a:ext cx="37088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Fragmented Channels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42424" y="4056161"/>
            <a:ext cx="29210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Reliance on chaotic WhatsApp groups and notice boards with zero chain-of-custody tracking.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609600" y="6096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Impact Metrics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138737" y="2811660"/>
            <a:ext cx="239315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42+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186112" y="4030860"/>
            <a:ext cx="72747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Meals Successfully Rescued &amp; Diverted to Shelters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762375" y="4373760"/>
            <a:ext cx="58340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Along with 84kg of CO₂ emissions prevented from municipal landfills.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609600" y="3263205"/>
            <a:ext cx="3505200" cy="1362075"/>
          </a:xfrm>
          <a:prstGeom prst="roundRect">
            <a:avLst>
              <a:gd fmla="val 111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343400" y="3263205"/>
            <a:ext cx="3505200" cy="1362075"/>
          </a:xfrm>
          <a:prstGeom prst="roundRect">
            <a:avLst>
              <a:gd fmla="val 111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077200" y="3348930"/>
            <a:ext cx="3505200" cy="1190625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09600" y="2232719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Implementation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09600" y="2547044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Built with Modern Web &amp; Google AI Stack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85825" y="353943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UI Engine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85825" y="3834705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19, TypeScript, and Tailwind CSS v4 delivering responsive mobile &amp; desktop dashboards.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19625" y="353943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Maps &amp; Gemini AI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19625" y="3834705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Gemini 3.5 Flash with native Google Maps grounding tool for shelter validation &amp; transit intelligence.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53425" y="3625155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Firebase Cloud State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53425" y="392043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Firestore sync, Firebase Auth Google sign-in, and subcollection dispatch messaging.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609600" y="4349055"/>
            <a:ext cx="515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 Transition Machine: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Seamless lifecycle flow from → → 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972175" y="2925067"/>
            <a:ext cx="5610225" cy="1962150"/>
          </a:xfrm>
          <a:prstGeom prst="roundRect">
            <a:avLst>
              <a:gd fmla="val 7766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248400" y="4096642"/>
            <a:ext cx="5057775" cy="514350"/>
          </a:xfrm>
          <a:prstGeom prst="roundRect">
            <a:avLst>
              <a:gd fmla="val 1481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248400" y="3201292"/>
            <a:ext cx="1228725" cy="200025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790850" y="4611055"/>
            <a:ext cx="781200" cy="238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781450" y="4611055"/>
            <a:ext cx="971700" cy="238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09600" y="1970782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Feature 01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09600" y="2285107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Urgency-Sorted Radar Feed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248400" y="3515617"/>
            <a:ext cx="5943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8kg Veg Pulao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248400" y="3791842"/>
            <a:ext cx="594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Campus Central Mess • Hostel Quadrangle Dock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62700" y="4210942"/>
            <a:ext cx="4924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Packaging: Thermal Sealed Cans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Route Node: Seva Community Kitchen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09600" y="3044130"/>
            <a:ext cx="51530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Synchronized Countdown Timers: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Per-second countdown badges dynamically shift from green to amber and flashing rose under 10 minutes.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09600" y="3796605"/>
            <a:ext cx="5153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Provider Injection: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One-tap commercial kitchen template pre-sets or custom form inputs broadcast live instantly.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43650" y="3239392"/>
            <a:ext cx="11334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Available for Rescue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163175" y="3220342"/>
            <a:ext cx="1428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02:28 remaining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09600" y="4611005"/>
            <a:ext cx="971700" cy="238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19125" y="4637668"/>
            <a:ext cx="95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Available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848000" y="4630105"/>
            <a:ext cx="76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Claimed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2838600" y="4630105"/>
            <a:ext cx="95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609600" y="2863155"/>
            <a:ext cx="5610225" cy="2085975"/>
          </a:xfrm>
          <a:prstGeom prst="roundRect">
            <a:avLst>
              <a:gd fmla="val 73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85825" y="4082355"/>
            <a:ext cx="5057775" cy="590550"/>
          </a:xfrm>
          <a:prstGeom prst="roundRect">
            <a:avLst>
              <a:gd fmla="val 16129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17748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09600" y="1908869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Feature 02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09600" y="2223194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Maps Grounding &amp; Transit Intel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85825" y="3139380"/>
            <a:ext cx="663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Gemini 3.5 Flash Integration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85825" y="3472755"/>
            <a:ext cx="5153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Queries live map data to verify donor street addresses, pinpoint nearby community food banks, and calculate precise driving/transit corridors.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19175" y="4215705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✓ Verified Grounded Place Citations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✓ Universal Pre-filled Google Maps Direct Links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24625" y="3429892"/>
            <a:ext cx="5153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Safety Triage: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HACCP compliant food safety tips and temperature threshold advisories generated per batch item.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24625" y="3982342"/>
            <a:ext cx="5153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Dispatch Chat: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Scoped Firestore chat drawer allowing volunteers and providers to coordinate dock entry and timing.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/>
          <p:nvPr/>
        </p:nvSpPr>
        <p:spPr>
          <a:xfrm>
            <a:off x="5943600" y="2634555"/>
            <a:ext cx="5638800" cy="2543175"/>
          </a:xfrm>
          <a:prstGeom prst="roundRect">
            <a:avLst>
              <a:gd fmla="val 5992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8625" y="2939355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25" y="3272730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609600" y="1680269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Feature 03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09600" y="1994594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QR Handover &amp; Verification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09600" y="3200400"/>
            <a:ext cx="5124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Solving the hardest last-mile problem in food rescue: proving chain-of-custody and verifying successful delivery at the shelter doorstep.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619750" y="4730055"/>
            <a:ext cx="6286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Cryptographic Handover Token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09600" y="4030860"/>
            <a:ext cx="6286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Unique cryptographic verification token generated upon claim lock.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09600" y="4326135"/>
            <a:ext cx="6286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Scannable QR badge for instant shelter handover confirmation.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09600" y="4621410"/>
            <a:ext cx="6286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Automatically increments global impact metrics upon finalization.</a:t>
            </a:r>
            <a:endParaRPr/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3600" y="2632901"/>
            <a:ext cx="5638800" cy="35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609600" y="3177480"/>
            <a:ext cx="3505200" cy="1533525"/>
          </a:xfrm>
          <a:prstGeom prst="roundRect">
            <a:avLst>
              <a:gd fmla="val 99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343400" y="3263205"/>
            <a:ext cx="3505200" cy="1362075"/>
          </a:xfrm>
          <a:prstGeom prst="roundRect">
            <a:avLst>
              <a:gd fmla="val 111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077200" y="3263205"/>
            <a:ext cx="3505200" cy="1362075"/>
          </a:xfrm>
          <a:prstGeom prst="roundRect">
            <a:avLst>
              <a:gd fmla="val 111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09600" y="2146994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Inclusivity &amp; Engagement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9600" y="2461319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Field Accessibility Mode &amp; Gamification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85825" y="345370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Field Accessibility Mode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85825" y="374898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One-tap toggle transforming the UI into high-contrast dark/amber mode with enlarged 44px+ touch targets for outdoor sunlight visibility.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619625" y="353943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Civic Rescuer Badges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619625" y="3834705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achievement unlocks (</a:t>
            </a: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 Rescue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1" i="0" lang="en-US" sz="105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Speed Demon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Community Anchor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driven by completed metrics.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353425" y="3539430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Rescuers Leaderboard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353425" y="3834705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Regional volunteer ranking table with social peer cheers backed by real-time Firestore persistence.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/>
          <p:nvPr/>
        </p:nvSpPr>
        <p:spPr>
          <a:xfrm>
            <a:off x="609600" y="3096517"/>
            <a:ext cx="3505200" cy="1695450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343400" y="3096517"/>
            <a:ext cx="3505200" cy="1695450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077200" y="3096517"/>
            <a:ext cx="3505200" cy="1695450"/>
          </a:xfrm>
          <a:prstGeom prst="roundRect">
            <a:avLst>
              <a:gd fmla="val 898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09600" y="2066032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Potential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09600" y="2380357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Scalability &amp; Municipal Deployment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85825" y="3372742"/>
            <a:ext cx="36909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85825" y="3744217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Logistics Routing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85825" y="4001392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vehicle/volunteer capacity matching algorithm for multi-drop municipal redistribution.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619625" y="3372742"/>
            <a:ext cx="36909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19625" y="3744217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IoT Cold-Chain Sensors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19625" y="4001392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with Bluetooth thermal tags to monitor perishable core temperatures in transit automatically.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353425" y="3372742"/>
            <a:ext cx="36909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353425" y="3744217"/>
            <a:ext cx="3838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Municipal ESG Reporting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353425" y="4001392"/>
            <a:ext cx="304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Certified ESG compliance and carbon credit export reports for corporate hotel and restaurant donors.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3474250" y="4695825"/>
            <a:ext cx="2660100" cy="698100"/>
          </a:xfrm>
          <a:prstGeom prst="roundRect">
            <a:avLst>
              <a:gd fmla="val 3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286500" y="4695825"/>
            <a:ext cx="2305200" cy="698100"/>
          </a:xfrm>
          <a:prstGeom prst="roundRect">
            <a:avLst>
              <a:gd fmla="val 3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811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9335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857970" y="2619375"/>
            <a:ext cx="847605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Something That Works.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333875" y="3352800"/>
            <a:ext cx="3524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Solve Something That Matters.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2524125" y="3895725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Food Rescue Network is fully functional, live on Firestore, and ready to eliminate municipal hunger. Thank you for your time!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3474250" y="4739475"/>
            <a:ext cx="266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GitHub: </a:t>
            </a:r>
            <a:endParaRPr b="0" i="0" sz="1050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https://github.com/ankita459/Food-Rescue-Network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286375" y="4791075"/>
            <a:ext cx="2305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 Demo: </a:t>
            </a:r>
            <a:endParaRPr b="0" i="0" sz="1050" u="none" cap="none" strike="noStrike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https://youtu.be/gmSBSAq0tOA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